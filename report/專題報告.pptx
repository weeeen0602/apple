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電影推薦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日期**：2026-06-24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專題介紹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**專題名稱**：電影推薦</a:t>
            </a:r>
          </a:p>
          <a:p>
            <a:pPr>
              <a:defRPr sz="1800"/>
            </a:pPr>
            <a:r>
              <a:t>**一句話功能**：輸入片名或篩選類型，搜尋台灣上映的電影</a:t>
            </a:r>
          </a:p>
          <a:p>
            <a:pPr>
              <a:defRPr sz="1800"/>
            </a:pPr>
            <a:r>
              <a:t>**主要使用者**：想看電影的廣大觀眾</a:t>
            </a:r>
          </a:p>
          <a:p>
            <a:pPr>
              <a:defRPr sz="1800"/>
            </a:pPr>
            <a:r>
              <a:t>**想解決的痛點**：</a:t>
            </a:r>
          </a:p>
          <a:p>
            <a:pPr>
              <a:defRPr sz="1800"/>
            </a:pPr>
            <a:r>
              <a:t>- 想快速找到符合當下心情／情境的電影</a:t>
            </a:r>
          </a:p>
          <a:p>
            <a:pPr>
              <a:defRPr sz="1800"/>
            </a:pPr>
            <a:r>
              <a:t>- 目前「感覺篩選」條件（心情、陪伴對象）有點少，想擴充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學校 Server 環境</a:t>
            </a:r>
          </a:p>
        </p:txBody>
      </p:sp>
      <p:pic>
        <p:nvPicPr>
          <p:cNvPr id="3" name="Picture 2" descr="server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61572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學校 Server 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本專題透過學校提供的 API Key 呼叫 Ollama Router，由 Router 分配至後端 Ollama 節點執行 LLM。下圖為全班相同之 server 拓撲（報告不標示 Router 位址）。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系統概覽</a:t>
            </a:r>
          </a:p>
        </p:txBody>
      </p:sp>
      <p:pic>
        <p:nvPicPr>
          <p:cNvPr id="3" name="Picture 2" descr="projec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35967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系統概覽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左欄 Streamlit 自訂頁的互動如下（本案以左欄自訂頁為主，未串接右欄 Agent）。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左欄自訂頁功能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**更新**：按鈕觸發同步腳本去 in89 抓新片單</a:t>
            </a:r>
          </a:p>
          <a:p>
            <a:pPr>
              <a:defRPr sz="1800"/>
            </a:pPr>
            <a:r>
              <a:t>**基本搜尋＋進階篩選**：讓使用者依條件挑電影</a:t>
            </a:r>
          </a:p>
          <a:p>
            <a:pPr>
              <a:defRPr sz="1800"/>
            </a:pPr>
            <a:r>
              <a:t>**隨機篩選**：依使用者條件，由程式隨機挑一部</a:t>
            </a:r>
          </a:p>
          <a:p>
            <a:pPr>
              <a:defRPr sz="1800"/>
            </a:pPr>
            <a:r>
              <a:t>**收藏清單**：收藏喜歡的電影並儲存到本地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資料流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使用者輸入條件 → 左欄 UI 讀取電影清單、海報資料、收藏清單</a:t>
            </a:r>
          </a:p>
          <a:p>
            <a:pPr>
              <a:defRPr sz="1800"/>
            </a:pPr>
            <a:r>
              <a:t>使用者點擊更新 → 同步腳本從 in89 抓現正熱映 → TMDB 補齊資料 → 回寫電影清單與海報</a:t>
            </a:r>
          </a:p>
          <a:p>
            <a:pPr>
              <a:defRPr sz="1800"/>
            </a:pPr>
            <a:r>
              <a:t>左欄 UI 顯示結果給使用者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完整互動例子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使用者先選條件（類型、心情、陪伴對象、年份、時長），介面依條件顯示適合的電影；按「隨機」可由程式從中挑一部。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成果與創新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搜尋（片名關鍵字）</a:t>
            </a:r>
          </a:p>
          <a:p>
            <a:pPr>
              <a:defRPr sz="1800"/>
            </a:pPr>
            <a:r>
              <a:t>篩選（類型、心情、陪伴對象、年份、時長）</a:t>
            </a:r>
          </a:p>
          <a:p>
            <a:pPr>
              <a:defRPr sz="1800"/>
            </a:pPr>
            <a:r>
              <a:t>隨機挑片</a:t>
            </a:r>
          </a:p>
          <a:p>
            <a:pPr>
              <a:defRPr sz="1800"/>
            </a:pPr>
            <a:r>
              <a:t>收藏電影</a:t>
            </a:r>
          </a:p>
          <a:p>
            <a:pPr>
              <a:defRPr sz="1800"/>
            </a:pPr>
            <a:r>
              <a:t>in89 同步片單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創新／亮點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可以依照**現在的心情或觀影需求**來篩選電影（情境式篩選）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技術含量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**Streamlit** 多頁 UI 框架</a:t>
            </a:r>
          </a:p>
          <a:p>
            <a:pPr>
              <a:defRPr sz="1800"/>
            </a:pPr>
            <a:r>
              <a:t>**JSONL 對話紀錄 + 記憶整合**</a:t>
            </a:r>
          </a:p>
          <a:p>
            <a:pPr>
              <a:defRPr sz="1800"/>
            </a:pPr>
            <a:r>
              <a:t>**LangChain + OpenAI 相容 LLM**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</a:t>
            </a:r>
          </a:p>
        </p:txBody>
      </p:sp>
      <p:pic>
        <p:nvPicPr>
          <p:cNvPr id="3" name="Picture 2" descr="dem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Playground</a:t>
            </a:r>
          </a:p>
        </p:txBody>
      </p:sp>
      <p:pic>
        <p:nvPicPr>
          <p:cNvPr id="3" name="Picture 2" descr="dem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元件詞彙表</a:t>
            </a:r>
          </a:p>
        </p:txBody>
      </p:sp>
      <p:pic>
        <p:nvPicPr>
          <p:cNvPr id="3" name="Picture 2" descr="dem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電影搜尋（本專題主頁）</a:t>
            </a:r>
          </a:p>
        </p:txBody>
      </p:sp>
      <p:pic>
        <p:nvPicPr>
          <p:cNvPr id="3" name="Picture 2" descr="dem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電影搜尋（本專題主頁）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展覽用綜整海報（另產）：`assets/專題海報.png`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</a:t>
            </a:r>
          </a:p>
        </p:txBody>
      </p:sp>
      <p:pic>
        <p:nvPicPr>
          <p:cNvPr id="3" name="Picture 2" descr="dem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</a:t>
            </a:r>
          </a:p>
        </p:txBody>
      </p:sp>
      <p:pic>
        <p:nvPicPr>
          <p:cNvPr id="3" name="Picture 2" descr="dem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</a:t>
            </a:r>
          </a:p>
        </p:txBody>
      </p:sp>
      <p:pic>
        <p:nvPicPr>
          <p:cNvPr id="3" name="Picture 2" descr="dem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4</a:t>
            </a:r>
          </a:p>
        </p:txBody>
      </p:sp>
      <p:pic>
        <p:nvPicPr>
          <p:cNvPr id="3" name="Picture 2" descr="dem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9040327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